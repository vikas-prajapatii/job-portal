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PROJECT SYNOPSIS &amp; PRESENTATION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AI Powered Job Portal (Noir Hire)</a:t>
            </a:r>
          </a:p>
          <a:p>
            <a:pPr>
              <a:spcAft>
                <a:spcPts val="2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Enterprise Distributed Microservices Architecture featuring Google OAuth2 SSO, Gmail SMTP 6-Digit OTP Verification, AI Candidate Skill Match Scoring Engine, and Live Dynamic Resume Builder.</a:t>
            </a:r>
          </a:p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DEVELOPMENT TEAM:  Vikas  |  Vineet  |  Shiv  |  Ajay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Presentation &amp; Synopsis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Monolithic limits, DB lock contention, SPOF, bot spam, screening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Objectives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10+ Microservices, DB-per-Service, Google OAuth2 + OTP, AI Matcher, Kafka.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Technology Stack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Java 17, Spring Boot 3.4+, React 18, PostgreSQL, Kafka, Docker, Jib.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Literature Survey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Recruitment evolution, comparison matrix (Indeed/LinkedIn), industry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t>05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System Workflow / Architecture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Topology, Gateway routes, 6 DB Schemas, OAuth2+OTP sequence, React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84048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t>06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Expected Outcome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Sub-100ms SLAs, 99.9% uptime, zero DB locks, societal impact, K8s roadmap.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4048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t>07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References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Academic papers, OAuth2 RFC 6749, JWT RFC 7519, software specifications.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1. Problem Statement — Industry Challenges &amp; Monolithic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• Monolithic DB Lock Contention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Concurrent transactions across job postings, applications, and search indexing contend for identical PostgreSQL table locks, leading to deadlocks and latency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• Single Point of Failure (SPOF)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Uncaught exceptions or memory leaks in secondary components (e.g. mail dispatch) crash the entire monolithic backend, halting login and job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• Unverified Bot Registrations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Basic single-factor registration allows automated bot signups, polluting recruiter applicant pipelines with fake profiles and consuming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• Manual Screening Fatigue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Recruiters waste over 70% of initial sourcing cycles manually scanning non-standardized resumes, leading to screening fatigue and lost hiring opportunities.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• Resource Waste &amp; Inflexible Scaling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Monolithic systems force scaling the entire backend image even if only job search indexing faces peak load, multiplying cloud infrastructure expenses.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• Synchronous Mail Dispatch Delays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Sending transactional emails synchronously inside HTTP request-response loops introduces 2 to 5 seconds of latency per application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2. Objectives — Technical Core Goals of AI Powered Job Portal (Noir Hire)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10+ Domain Microservices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Deconstruct recruitment workflows into autonomous Spring Boot microservices (Gateway, User, Job, Company, Application, Resume, Preference, AI, Notification, Eureka, Config).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Database-per-Service Isolation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Provision 6 isolated PostgreSQL 16 database containers (userdb, companydb, jobdb, applicationdb, preferencedb, resumedb) to eliminate database 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Hybrid OAuth2 + Mandatory OTP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Integrate Google OAuth2 SSO with a mandatory Gmail SMTP 6-digit OTP verification pipeline, assigning INACTIVE status until email is verified.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AI Candidate Screening Engine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Develop an automated AI matching engine that evaluates resume skill compatibility and calculates real-time match percentage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Live Interactive Resume Builder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Deliver a React drag-and-drop resume builder with instant section updates and dynamic PDF export capability.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Asynchronous Kafka Pipeline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Integrate Apache Kafka 7.6.1 and Zookeeper for event-driven notification queuing without blocking HTTP client threads.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3. Technology Stack — Backend, Database &amp; Infrastructure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Arial"/>
              </a:defRPr>
            </a:pPr>
            <a:r>
              <a:t>BACKEND CORE JDK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Java 17 LTS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Enterprise LTS execution environment for all microservices.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Arial"/>
              </a:defRPr>
            </a:pPr>
            <a:r>
              <a:t>MICROSERVICE FRAMEWORK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Spring Boot 3.4+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REST controllers, dependency injection, service components.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Arial"/>
              </a:defRPr>
            </a:pPr>
            <a:r>
              <a:t>CLOUD ECOSYSTEM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Spring Cloud 2023.0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API Gateway (9000), Eureka Registry (8761), Config Server (8888).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Arial"/>
              </a:defRPr>
            </a:pPr>
            <a:r>
              <a:t>SECURITY ENGINE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Spring Security / OAuth2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Google OAuth2 SSO, JWT parsing filter, Security Filter 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Arial"/>
              </a:defRPr>
            </a:pPr>
            <a:r>
              <a:t>RELATIONAL PERSISTENCE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PostgreSQL 16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6 Dedicated DB containers (userdb, companydb, jobdb, appdb, etc.).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84048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Arial"/>
              </a:defRPr>
            </a:pPr>
            <a:r>
              <a:t>EVENT STREAMING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Apache Kafka 7.6.1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Asynchronous event topics (user-registered, application-submitted).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4048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Arial"/>
              </a:defRPr>
            </a:pPr>
            <a:r>
              <a:t>CONTAINERIZATION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Docker &amp; Google Jib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Multi-container Docker Compose stack with daemonless Jib packaging.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3. Technology Stack — Frontend React Application &amp; Validation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F46E5"/>
                </a:solidFill>
                <a:latin typeface="Arial"/>
              </a:defRPr>
            </a:pPr>
            <a:r>
              <a:t>UI LIBRARY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React 18.3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Modern component hierarchy with dynamic rendering and hooks.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F46E5"/>
                </a:solidFill>
                <a:latin typeface="Arial"/>
              </a:defRPr>
            </a:pPr>
            <a:r>
              <a:t>BUILD BUNDLER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Vite 5.4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Sub-second Hot Module Replacement (HMR) and optimized build bundles.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F46E5"/>
                </a:solidFill>
                <a:latin typeface="Arial"/>
              </a:defRPr>
            </a:pPr>
            <a:r>
              <a:t>STATE MANAGEMENT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Redux Toolkit 2.2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Global application state, async Thunks (userThunk, jobSlice, appSlice).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F46E5"/>
                </a:solidFill>
                <a:latin typeface="Arial"/>
              </a:defRPr>
            </a:pPr>
            <a:r>
              <a:t>STYLING ENGINE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Tailwind CSS 3.4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Utility-first responsive design, modern dark/light themes.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F46E5"/>
                </a:solidFill>
                <a:latin typeface="Arial"/>
              </a:defRPr>
            </a:pPr>
            <a:r>
              <a:t>UI PRIMITIVES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Shadcn UI &amp; Lucide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Accessible UI components, dialogs, forms, and custom icons.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84048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F46E5"/>
                </a:solidFill>
                <a:latin typeface="Arial"/>
              </a:defRPr>
            </a:pPr>
            <a:r>
              <a:t>FORM VALIDATION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React Hook Form + Zod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Schema enforcement for signup, login, OTP verification, password reset.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40480"/>
            <a:ext cx="25146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F46E5"/>
                </a:solidFill>
                <a:latin typeface="Arial"/>
              </a:defRPr>
            </a:pPr>
            <a:r>
              <a:t>CLIENT ROUTING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React Router v6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Role-based route guards (ProtectedRoute, RoleBasedRoute for JobSeeker/Employer/Admin).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4. Literature Survey — Comparative Evaluation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Research literature (Fowler &amp; Lewis, 2014; Newman, 2021) proves that decomposing monolithic software into autonomous microservices eliminates single points of failure. Comparative evaluation against commercial portals highlights key technical advantages: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LinkedIn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Powered Job Portal (Noir Hire)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Architecture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Hybrid Legacy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Microservices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Monolithic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Microservices (Spring Cloud Framework)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Database Pattern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Centralized Sharded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Distributed Graph/Doc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Monolithic Relational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Database-per-Service (PostgreSQL 16)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Standard OAuth2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Custom SSO / OAuth2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Basic OAuth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Google OAuth2 + Mandatory OTP Verification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Account Verification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Email Click 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Email / SMS 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Basic 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Gmail SMTP 6-Digit OTP Verification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AI Match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Keyword Search 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ML Vector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Keyword Filtering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Integrated AI Skill Matcher Engine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Resume Creation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Static File Upload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Profile Export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Basic Parser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Live Interactive Drag &amp; Drop Builder + PDF Export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5. System Workflow / Architecture — Distributed Topology &amp;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MICROSERVICES DOMAIN CATALOG &amp; PORT SPECIFICATIONS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API Gateway (Port 9000): Central entry point, reverse proxy, CORS filter, route predicates, JWT routing.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User Service (Port 9001): User auth, Google OAuth2 SSO, Gmail SMTP 6-digit OTP verification, JWT, RBAC.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Company Service (Port 9002): Employer company profile registration, verification status, corporate assets.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Job Service (Port 9003): Job posting lifecycle, full-text search, filtering (skills, location, salary), saved jobs.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Application Service (Port 9004): Job application pipeline, candidate submission tracking, screening status workflow.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Notification Service (Port 9005): Kafka consumer listening to registration/application events, sending emails via SMTP.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Preference Service (Port 9008): Candidate job preference vectors &amp; recommendation criteria.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Resume Service (Port 9009): Live drag &amp; drop resume builder state, section updates, dynamic PDF export engine.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AI Service (Port 9010): AI candidate skill compatibility scoring engine &amp; automated applicant screening.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Eureka Server (Port 8761) &amp; Config Server (Port 8888): Dynamic microservice discovery &amp; centralized Git configuration repository.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5. System Workflow / Architecture — Hybrid OAuth2 + Mandatory OTP Verification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1. OAuth2 Request:  User clicks 'Sign up with Google' on Register.jsx. Gateway routes to user-service (9001). User consents on Google.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1"/>
            <a:ext cx="10728655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2. OAuth2 Callback:  Google redirects back to callback endpoint: /login/oauth2/code/google. OAuth2SuccessHandler intercepts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06624"/>
            <a:ext cx="10728655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9806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3. Account Creation:  OAuth2Service extracts email, name, sub. If new user, creates entity with verified = false and status = INACTIVE.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9856"/>
            <a:ext cx="10728655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4. Gmail SMTP OTP:  MailServiceImpl generates 6-digit OTP entity, saves to database, and emails code via Gmail SMTP (MimeMessageHelper).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33087"/>
            <a:ext cx="10728655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2452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5. Frontend Redirect:  Backend redirects browser to frontend OTP page: http://localhost:5173/verify-otp?email=user@gmail.com.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10728655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6. OTP Validation:  Candidate enters 6-digit code. VerifyOtp.jsx sends POST to /auth/verify-otp. Backend validates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59552"/>
            <a:ext cx="10728655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50992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7. JWT Issuance:  JwtProvider sets verified = true, status = ACTIVE, generates 15-min Access &amp; 7-day Refresh Tokens, and logs in user.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5. System Workflow / Architecture — AI Candidate Skill Matching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F46E5"/>
                </a:solidFill>
                <a:latin typeface="Arial"/>
              </a:defRPr>
            </a:pPr>
            <a:r>
              <a:t>LOGICAL AI CANDIDATE MATCH SCORING BREAKDOWN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The AI Service (Port 9010) evaluates candidate resumes against employer job descriptions using a 3-tier weighted compatibility score: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Technical Skill Overlap (60% Weight): Measures exact matching between candidate resume skills and mandatory job requirement skills.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Experience Alignment (25% Weight): Compares candidate's total years of experience against the required experience range.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Preference Alignment (15% Weight): Evaluates candidate's preferred location, job type (Remote/Onsite), and salary expectations.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8655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AUTOMATED SCREENING &amp; RECRUITER DASHBOARD OUTPUT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Real-Time Match Rating: Computes a final 0% to 100% score for each applicant directly upon job submission.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Employer Candidate Ranking: Recruiter screening page (AIScreening.jsx) automatically ranks applicants by match score.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Candidate Skill Gap Feedback: Provides job seekers with actionable feedback on missing skills required for their target 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6. Expected Outcome — Performance SLAs &amp; Societal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API Gateway Latency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Sub-100ms average response time via Spring Cloud Gateway dynamic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Zero DB Deadlocks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Database-per-service isolation completely eliminates cross-domain table 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99.9% Uptime SLA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Fault-tolerant microservices prevent cascading single-point-of-failure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Instant Candidate Ranking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AI service ranks applicants in real-time (under 2 seconds) upon application submit.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0ms Client Email Blocking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Asynchronous Kafka messaging dispatches notifications without HTTP thread delay.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Bias-Free Sourcing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Objective skill-vector evaluation mitigates human demographic bias during initial screening.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  <a:latin typeface="Arial"/>
              </a:defRPr>
            </a:pPr>
            <a:r>
              <a:t>AI POWERED JOB PORTAL (NOIR HIRE)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7. References &amp; Academic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ACADEMIC PUBLICATIONS &amp; TECHNICAL STANDARDS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1. Fowler, M., &amp; Lewis, J. (2014). Microservices: a definition of this new architectural term. ThoughtWorks Insights.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2. Newman, S. (2021). Building Microservices: Designing Fine-Grained Systems (2nd ed.). O'Reilly Media.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3. Garg, L., et al. (2022). Artificial Intelligence in Human Resource Management: Automated Candidate Screening Algorithms. Journal of Systems Software, 184, 111-125.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4. Hardt, D. (2012). The OAuth 2.0 Authorization Framework. IETF RFC 6749.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5. Jones, M., Bradley, J., &amp; Sakimura, N. (2015). JSON Web Token (JWT). IETF RFC 7519.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6. Spring Cloud Engineering Team. (2024). Spring Cloud Gateway &amp; Netflix Eureka Reference Guide. VMware Tanzu.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7. Apache Software Foundation. (2024). Apache Kafka Distributed Event Streaming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